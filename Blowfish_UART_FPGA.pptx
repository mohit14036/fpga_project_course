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F68F0B-1069-4D26-9F4B-09D9C79F44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CAAC64-3BCB-496B-BCE8-0197A7BC37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298DE8-63CE-4A34-8614-92234D9D08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06A3BC-5EE7-4227-8CF0-EC56043FE7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94600B-022E-4298-ACDC-B2AFE4D395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59E667-D171-4AFE-9F07-B4D14FEC7D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08082D-E71B-449A-AB2A-53B430C4FF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D286BC-A96D-4576-BE25-811E6CA504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8535AB-3D57-42D9-9728-101CD9102B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5EACD0-8246-4783-B5C2-D743A1E7EA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55EC77-DE72-485C-AF23-00A76461A8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E4668B-C5E9-4C78-AA6A-CBD50C082D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CC70E2-9C9B-42F3-864C-306F1A9D33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FC3278-C4C2-42A0-A044-A80F66FD19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B9C87F-50CD-4B44-A202-9841BAF6DC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0DCF8E-B5A7-4C0C-9FF1-029296B25E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AF8988-4BD2-456F-8F93-BA26DB1420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11AF0C-CE61-47A4-AA86-CD4900511A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FC9435-6B7F-4BC0-862C-C99E539BC8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0DC3FF-E5E2-4737-8B1A-E516399005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B6EB71-F222-4382-903D-D7104EF1C2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2FB34C-DD29-44AE-BDF6-A2B8760F29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37D5EB-D6A0-4A77-BE08-46715DD284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55AF07-0352-444E-82D6-799BE94AF6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FB07309-CBFD-4886-BFA3-4AFE71E7F9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C59F8B5-1349-435B-9C7D-79F4F675BC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4C67286-1D9A-44C4-B7E6-CA93346A73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8A4C1FE-8A4D-47E7-89E5-7AEFDA1352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1ECE7F-4FDD-43DD-A155-602CA98BAB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FEE9A8C-F3AE-48DE-AE37-97B4D9C53C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5573837-A237-4846-B733-6F1F22DC9D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74105E-CB2B-4494-A4FA-B5F92D527F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B8CB88-74D1-49E0-8FDB-18AADCABB0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7C00A3B-30E5-46AA-B10E-EDC69EC309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6982DE-4C04-4416-A6C0-8CEF72D2C0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164B76-32C0-4B9D-984E-2C24B825FC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FF99D3-3466-42C4-98B7-B5989AF6E3A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97A3C8-7D87-479F-873D-2DE2471C43B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732F0B-7A7A-4D01-BEDD-44CEAF23C78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Blowfish Encryption Using UART on FPGA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Hardware Implementation • UART Communication • RTL Architecture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Overview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FPGA implements Blowfish block cipher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UART used for key/plaintext input and ciphertext output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Hardware FSM manages flow automatically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High‑speed, secure hardware encryption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Blowfish Algorithm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64-bit block cipher with 16 Feistel rounds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Uses P-array (18 × 32-bit)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Four S-boxes (1024 × 32-bit total)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F-function: S-box lookups + addition + XOR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Feistel Encryption Flow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Split 64‑bit input → L (32 bits) and R (32 bits)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 each of 16 rounds: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 = L XOR P[i]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= R XOR F(L)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Swap L and R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Swap L and R for final round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Final XOR with P[16] and P[17]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UART Interface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FPGA receives 16 bytes: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8 bytes → Key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8 bytes → Plaintext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After encryption, FPGA sends 8‑byte ciphertext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Baud rate e.g. 9600/115200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FPGA Hardware Architecture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UART RX → RX FIFO → Blowfish Core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FSM triggers when FIFO full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Key + plaintext assembled in registers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Ciphertext written to TX FIFO → UART TX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System FSM Stages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IDLE – Wait for FIFO full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READ – Pop 16 bytes (key + plaintext)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EXPAND (optional) – Expand key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4. ENCRYPT – Run Blowfish rounds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5. SEND – Stream ciphertext bytes over UART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Benefits of FPGA Implementation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Parallel S‑box access → faster than software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Deterministic timing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Secure on‑chip execution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Simple PC interface via UART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Applications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IoT hardware security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Encrypted communication modules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Hardware crypto accelerators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Real‑time embedded encryption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880" cy="529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latin typeface="Arial"/>
              </a:rPr>
              <a:t>Github Repo: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latin typeface="Arial"/>
              </a:rPr>
              <a:t>https://github.com/Mohit14036/FPGA_Project_course.git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latin typeface="Arial"/>
              </a:rPr>
              <a:t>Latency: 216ns </a:t>
            </a:r>
            <a:endParaRPr b="0" lang="en-US" sz="3200" spc="-1" strike="noStrike">
              <a:latin typeface="Arial"/>
            </a:endParaRPr>
          </a:p>
          <a:p>
            <a:pPr algn="ctr">
              <a:buNone/>
            </a:pPr>
            <a:r>
              <a:rPr b="0" lang="en-US" sz="3200" spc="-1" strike="noStrike">
                <a:latin typeface="Arial"/>
              </a:rPr>
              <a:t>18 cycles for first output and 12ns clock period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228960" y="-9144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latin typeface="Arial"/>
              </a:rPr>
              <a:t>Utilization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685800" y="2286000"/>
            <a:ext cx="8001000" cy="182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2025-11-20T13:58:55Z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